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3" r:id="rId7"/>
    <p:sldId id="258" r:id="rId8"/>
    <p:sldId id="270" r:id="rId9"/>
    <p:sldId id="279" r:id="rId10"/>
    <p:sldId id="276" r:id="rId11"/>
    <p:sldId id="271" r:id="rId12"/>
    <p:sldId id="275" r:id="rId13"/>
    <p:sldId id="274" r:id="rId14"/>
    <p:sldId id="278" r:id="rId15"/>
    <p:sldId id="272" r:id="rId16"/>
    <p:sldId id="273" r:id="rId17"/>
    <p:sldId id="277" r:id="rId1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5E824-8B0A-4F29-8A9F-08C05D3687B1}" v="73" dt="2026-01-31T09:40:32.5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1" autoAdjust="0"/>
    <p:restoredTop sz="57398" autoAdjust="0"/>
  </p:normalViewPr>
  <p:slideViewPr>
    <p:cSldViewPr snapToGrid="0" showGuides="1">
      <p:cViewPr varScale="1">
        <p:scale>
          <a:sx n="43" d="100"/>
          <a:sy n="43" d="100"/>
        </p:scale>
        <p:origin x="1506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364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SILVA SOARES DE MELO" userId="88dabf9c-751e-44ae-b03f-6bc168ced890" providerId="ADAL" clId="{9DA671F1-E1BB-421A-BCBB-8D97041C1025}"/>
    <pc:docChg chg="undo custSel addSld delSld modSld sldOrd modShowInfo">
      <pc:chgData name="LAURA SILVA SOARES DE MELO" userId="88dabf9c-751e-44ae-b03f-6bc168ced890" providerId="ADAL" clId="{9DA671F1-E1BB-421A-BCBB-8D97041C1025}" dt="2026-01-31T09:40:32.146" v="981" actId="20577"/>
      <pc:docMkLst>
        <pc:docMk/>
      </pc:docMkLst>
      <pc:sldChg chg="modSp mod">
        <pc:chgData name="LAURA SILVA SOARES DE MELO" userId="88dabf9c-751e-44ae-b03f-6bc168ced890" providerId="ADAL" clId="{9DA671F1-E1BB-421A-BCBB-8D97041C1025}" dt="2026-01-29T23:24:31.509" v="792" actId="20577"/>
        <pc:sldMkLst>
          <pc:docMk/>
          <pc:sldMk cId="1652133998" sldId="256"/>
        </pc:sldMkLst>
        <pc:spChg chg="mod">
          <ac:chgData name="LAURA SILVA SOARES DE MELO" userId="88dabf9c-751e-44ae-b03f-6bc168ced890" providerId="ADAL" clId="{9DA671F1-E1BB-421A-BCBB-8D97041C1025}" dt="2026-01-29T23:24:31.509" v="792" actId="20577"/>
          <ac:spMkLst>
            <pc:docMk/>
            <pc:sldMk cId="1652133998" sldId="256"/>
            <ac:spMk id="7" creationId="{00000000-0000-0000-0000-000000000000}"/>
          </ac:spMkLst>
        </pc:spChg>
      </pc:sldChg>
      <pc:sldChg chg="addSp modSp mod">
        <pc:chgData name="LAURA SILVA SOARES DE MELO" userId="88dabf9c-751e-44ae-b03f-6bc168ced890" providerId="ADAL" clId="{9DA671F1-E1BB-421A-BCBB-8D97041C1025}" dt="2026-01-29T23:18:17.068" v="707" actId="113"/>
        <pc:sldMkLst>
          <pc:docMk/>
          <pc:sldMk cId="1654255301" sldId="257"/>
        </pc:sldMkLst>
        <pc:spChg chg="add mod">
          <ac:chgData name="LAURA SILVA SOARES DE MELO" userId="88dabf9c-751e-44ae-b03f-6bc168ced890" providerId="ADAL" clId="{9DA671F1-E1BB-421A-BCBB-8D97041C1025}" dt="2026-01-29T01:01:35.448" v="617" actId="1076"/>
          <ac:spMkLst>
            <pc:docMk/>
            <pc:sldMk cId="1654255301" sldId="257"/>
            <ac:spMk id="2" creationId="{D8E5927A-F08B-6541-9AFF-ED10F51E25AB}"/>
          </ac:spMkLst>
        </pc:spChg>
        <pc:spChg chg="add mod">
          <ac:chgData name="LAURA SILVA SOARES DE MELO" userId="88dabf9c-751e-44ae-b03f-6bc168ced890" providerId="ADAL" clId="{9DA671F1-E1BB-421A-BCBB-8D97041C1025}" dt="2026-01-29T01:01:57.142" v="622" actId="164"/>
          <ac:spMkLst>
            <pc:docMk/>
            <pc:sldMk cId="1654255301" sldId="257"/>
            <ac:spMk id="4" creationId="{80C898BF-B4E2-B75C-7DCB-00A78ABCB4E5}"/>
          </ac:spMkLst>
        </pc:spChg>
        <pc:spChg chg="mod">
          <ac:chgData name="LAURA SILVA SOARES DE MELO" userId="88dabf9c-751e-44ae-b03f-6bc168ced890" providerId="ADAL" clId="{9DA671F1-E1BB-421A-BCBB-8D97041C1025}" dt="2026-01-29T01:02:07.782" v="624"/>
          <ac:spMkLst>
            <pc:docMk/>
            <pc:sldMk cId="1654255301" sldId="257"/>
            <ac:spMk id="8" creationId="{50D5309A-648B-BC52-BA1B-AA93B3096CA9}"/>
          </ac:spMkLst>
        </pc:spChg>
        <pc:spChg chg="mod">
          <ac:chgData name="LAURA SILVA SOARES DE MELO" userId="88dabf9c-751e-44ae-b03f-6bc168ced890" providerId="ADAL" clId="{9DA671F1-E1BB-421A-BCBB-8D97041C1025}" dt="2026-01-29T23:18:17.068" v="707" actId="113"/>
          <ac:spMkLst>
            <pc:docMk/>
            <pc:sldMk cId="1654255301" sldId="257"/>
            <ac:spMk id="13" creationId="{00000000-0000-0000-0000-000000000000}"/>
          </ac:spMkLst>
        </pc:spChg>
        <pc:spChg chg="mod">
          <ac:chgData name="LAURA SILVA SOARES DE MELO" userId="88dabf9c-751e-44ae-b03f-6bc168ced890" providerId="ADAL" clId="{9DA671F1-E1BB-421A-BCBB-8D97041C1025}" dt="2026-01-29T01:01:32.771" v="616" actId="14100"/>
          <ac:spMkLst>
            <pc:docMk/>
            <pc:sldMk cId="1654255301" sldId="257"/>
            <ac:spMk id="14" creationId="{00000000-0000-0000-0000-000000000000}"/>
          </ac:spMkLst>
        </pc:spChg>
        <pc:grpChg chg="add mod">
          <ac:chgData name="LAURA SILVA SOARES DE MELO" userId="88dabf9c-751e-44ae-b03f-6bc168ced890" providerId="ADAL" clId="{9DA671F1-E1BB-421A-BCBB-8D97041C1025}" dt="2026-01-29T01:01:57.142" v="622" actId="164"/>
          <ac:grpSpMkLst>
            <pc:docMk/>
            <pc:sldMk cId="1654255301" sldId="257"/>
            <ac:grpSpMk id="5" creationId="{A7F2F0AB-6DB5-E228-BF23-8F75C16FACF7}"/>
          </ac:grpSpMkLst>
        </pc:grpChg>
        <pc:grpChg chg="add mod">
          <ac:chgData name="LAURA SILVA SOARES DE MELO" userId="88dabf9c-751e-44ae-b03f-6bc168ced890" providerId="ADAL" clId="{9DA671F1-E1BB-421A-BCBB-8D97041C1025}" dt="2026-01-29T01:02:15.022" v="625" actId="1076"/>
          <ac:grpSpMkLst>
            <pc:docMk/>
            <pc:sldMk cId="1654255301" sldId="257"/>
            <ac:grpSpMk id="6" creationId="{67AD20A8-3DE8-A21E-3FE6-61B6795ED06C}"/>
          </ac:grpSpMkLst>
        </pc:grpChg>
        <pc:picChg chg="add mod">
          <ac:chgData name="LAURA SILVA SOARES DE MELO" userId="88dabf9c-751e-44ae-b03f-6bc168ced890" providerId="ADAL" clId="{9DA671F1-E1BB-421A-BCBB-8D97041C1025}" dt="2026-01-29T01:01:57.142" v="622" actId="164"/>
          <ac:picMkLst>
            <pc:docMk/>
            <pc:sldMk cId="1654255301" sldId="257"/>
            <ac:picMk id="3" creationId="{042D4753-7475-9DB9-381C-F800C74D93F0}"/>
          </ac:picMkLst>
        </pc:picChg>
        <pc:picChg chg="mod">
          <ac:chgData name="LAURA SILVA SOARES DE MELO" userId="88dabf9c-751e-44ae-b03f-6bc168ced890" providerId="ADAL" clId="{9DA671F1-E1BB-421A-BCBB-8D97041C1025}" dt="2026-01-29T01:02:07.782" v="624"/>
          <ac:picMkLst>
            <pc:docMk/>
            <pc:sldMk cId="1654255301" sldId="257"/>
            <ac:picMk id="7" creationId="{08446F3F-66BD-31EE-5E35-417CA7AA19E1}"/>
          </ac:picMkLst>
        </pc:picChg>
      </pc:sldChg>
      <pc:sldChg chg="addSp delSp modSp mod ord modNotesTx">
        <pc:chgData name="LAURA SILVA SOARES DE MELO" userId="88dabf9c-751e-44ae-b03f-6bc168ced890" providerId="ADAL" clId="{9DA671F1-E1BB-421A-BCBB-8D97041C1025}" dt="2026-01-30T00:18:45.630" v="907" actId="113"/>
        <pc:sldMkLst>
          <pc:docMk/>
          <pc:sldMk cId="4010278615" sldId="258"/>
        </pc:sldMkLst>
        <pc:spChg chg="mod">
          <ac:chgData name="LAURA SILVA SOARES DE MELO" userId="88dabf9c-751e-44ae-b03f-6bc168ced890" providerId="ADAL" clId="{9DA671F1-E1BB-421A-BCBB-8D97041C1025}" dt="2026-01-30T00:18:45.630" v="907" actId="113"/>
          <ac:spMkLst>
            <pc:docMk/>
            <pc:sldMk cId="4010278615" sldId="258"/>
            <ac:spMk id="2" creationId="{00000000-0000-0000-0000-000000000000}"/>
          </ac:spMkLst>
        </pc:spChg>
        <pc:picChg chg="add mod">
          <ac:chgData name="LAURA SILVA SOARES DE MELO" userId="88dabf9c-751e-44ae-b03f-6bc168ced890" providerId="ADAL" clId="{9DA671F1-E1BB-421A-BCBB-8D97041C1025}" dt="2026-01-28T23:45:06.626" v="110" actId="1076"/>
          <ac:picMkLst>
            <pc:docMk/>
            <pc:sldMk cId="4010278615" sldId="258"/>
            <ac:picMk id="15" creationId="{447F4269-B91F-8E84-DEC4-816813D5B6B7}"/>
          </ac:picMkLst>
        </pc:picChg>
        <pc:picChg chg="add mod">
          <ac:chgData name="LAURA SILVA SOARES DE MELO" userId="88dabf9c-751e-44ae-b03f-6bc168ced890" providerId="ADAL" clId="{9DA671F1-E1BB-421A-BCBB-8D97041C1025}" dt="2026-01-28T23:45:09.103" v="111" actId="1076"/>
          <ac:picMkLst>
            <pc:docMk/>
            <pc:sldMk cId="4010278615" sldId="258"/>
            <ac:picMk id="17" creationId="{10916DF3-4D22-0C7D-FB99-3B2DC097E872}"/>
          </ac:picMkLst>
        </pc:picChg>
      </pc:sldChg>
      <pc:sldChg chg="addSp modSp mod ord">
        <pc:chgData name="LAURA SILVA SOARES DE MELO" userId="88dabf9c-751e-44ae-b03f-6bc168ced890" providerId="ADAL" clId="{9DA671F1-E1BB-421A-BCBB-8D97041C1025}" dt="2026-01-29T23:25:31.990" v="793" actId="20577"/>
        <pc:sldMkLst>
          <pc:docMk/>
          <pc:sldMk cId="1527004159" sldId="263"/>
        </pc:sldMkLst>
        <pc:spChg chg="mod">
          <ac:chgData name="LAURA SILVA SOARES DE MELO" userId="88dabf9c-751e-44ae-b03f-6bc168ced890" providerId="ADAL" clId="{9DA671F1-E1BB-421A-BCBB-8D97041C1025}" dt="2026-01-29T23:18:54.835" v="768" actId="113"/>
          <ac:spMkLst>
            <pc:docMk/>
            <pc:sldMk cId="1527004159" sldId="263"/>
            <ac:spMk id="2" creationId="{00000000-0000-0000-0000-000000000000}"/>
          </ac:spMkLst>
        </pc:spChg>
        <pc:spChg chg="add mod">
          <ac:chgData name="LAURA SILVA SOARES DE MELO" userId="88dabf9c-751e-44ae-b03f-6bc168ced890" providerId="ADAL" clId="{9DA671F1-E1BB-421A-BCBB-8D97041C1025}" dt="2026-01-29T23:25:31.990" v="793" actId="20577"/>
          <ac:spMkLst>
            <pc:docMk/>
            <pc:sldMk cId="1527004159" sldId="263"/>
            <ac:spMk id="3" creationId="{5E9A7196-34A5-5A88-849F-890E7FAB792E}"/>
          </ac:spMkLst>
        </pc:spChg>
        <pc:spChg chg="add mod">
          <ac:chgData name="LAURA SILVA SOARES DE MELO" userId="88dabf9c-751e-44ae-b03f-6bc168ced890" providerId="ADAL" clId="{9DA671F1-E1BB-421A-BCBB-8D97041C1025}" dt="2026-01-28T23:35:31.494" v="31" actId="14100"/>
          <ac:spMkLst>
            <pc:docMk/>
            <pc:sldMk cId="1527004159" sldId="263"/>
            <ac:spMk id="4" creationId="{316AAA92-B193-8DC0-35F7-F0468E1110DA}"/>
          </ac:spMkLst>
        </pc:spChg>
      </pc:sldChg>
      <pc:sldChg chg="addSp delSp modSp add mod modNotesTx">
        <pc:chgData name="LAURA SILVA SOARES DE MELO" userId="88dabf9c-751e-44ae-b03f-6bc168ced890" providerId="ADAL" clId="{9DA671F1-E1BB-421A-BCBB-8D97041C1025}" dt="2026-01-30T00:28:45.657" v="929" actId="113"/>
        <pc:sldMkLst>
          <pc:docMk/>
          <pc:sldMk cId="2895085200" sldId="270"/>
        </pc:sldMkLst>
        <pc:spChg chg="mod">
          <ac:chgData name="LAURA SILVA SOARES DE MELO" userId="88dabf9c-751e-44ae-b03f-6bc168ced890" providerId="ADAL" clId="{9DA671F1-E1BB-421A-BCBB-8D97041C1025}" dt="2026-01-30T00:28:45.657" v="929" actId="113"/>
          <ac:spMkLst>
            <pc:docMk/>
            <pc:sldMk cId="2895085200" sldId="270"/>
            <ac:spMk id="2" creationId="{AEC098B0-8C1A-F56C-4549-820F39EE63BC}"/>
          </ac:spMkLst>
        </pc:spChg>
        <pc:graphicFrameChg chg="add del mod">
          <ac:chgData name="LAURA SILVA SOARES DE MELO" userId="88dabf9c-751e-44ae-b03f-6bc168ced890" providerId="ADAL" clId="{9DA671F1-E1BB-421A-BCBB-8D97041C1025}" dt="2026-01-30T00:28:38.804" v="928" actId="478"/>
          <ac:graphicFrameMkLst>
            <pc:docMk/>
            <pc:sldMk cId="2895085200" sldId="270"/>
            <ac:graphicFrameMk id="3" creationId="{58C97B83-7884-8F32-5F7D-26AF57852A44}"/>
          </ac:graphicFrameMkLst>
        </pc:graphicFrameChg>
        <pc:picChg chg="add mod">
          <ac:chgData name="LAURA SILVA SOARES DE MELO" userId="88dabf9c-751e-44ae-b03f-6bc168ced890" providerId="ADAL" clId="{9DA671F1-E1BB-421A-BCBB-8D97041C1025}" dt="2026-01-28T23:52:22.268" v="162" actId="1076"/>
          <ac:picMkLst>
            <pc:docMk/>
            <pc:sldMk cId="2895085200" sldId="270"/>
            <ac:picMk id="5" creationId="{608519AC-D847-D84E-23B2-8EA683A8E783}"/>
          </ac:picMkLst>
        </pc:picChg>
      </pc:sldChg>
      <pc:sldChg chg="addSp delSp modSp add mod ord modNotesTx">
        <pc:chgData name="LAURA SILVA SOARES DE MELO" userId="88dabf9c-751e-44ae-b03f-6bc168ced890" providerId="ADAL" clId="{9DA671F1-E1BB-421A-BCBB-8D97041C1025}" dt="2026-01-30T00:19:20.858" v="909" actId="108"/>
        <pc:sldMkLst>
          <pc:docMk/>
          <pc:sldMk cId="2063917720" sldId="271"/>
        </pc:sldMkLst>
        <pc:spChg chg="add mod">
          <ac:chgData name="LAURA SILVA SOARES DE MELO" userId="88dabf9c-751e-44ae-b03f-6bc168ced890" providerId="ADAL" clId="{9DA671F1-E1BB-421A-BCBB-8D97041C1025}" dt="2026-01-30T00:19:20.858" v="909" actId="108"/>
          <ac:spMkLst>
            <pc:docMk/>
            <pc:sldMk cId="2063917720" sldId="271"/>
            <ac:spMk id="16" creationId="{ED0ECC7F-7BA9-AE68-B074-FC8BB28E8C23}"/>
          </ac:spMkLst>
        </pc:spChg>
        <pc:picChg chg="add mod">
          <ac:chgData name="LAURA SILVA SOARES DE MELO" userId="88dabf9c-751e-44ae-b03f-6bc168ced890" providerId="ADAL" clId="{9DA671F1-E1BB-421A-BCBB-8D97041C1025}" dt="2026-01-29T00:59:05.283" v="545" actId="1076"/>
          <ac:picMkLst>
            <pc:docMk/>
            <pc:sldMk cId="2063917720" sldId="271"/>
            <ac:picMk id="14" creationId="{73C9F6CE-6439-B92D-9CF3-086381EBDBFA}"/>
          </ac:picMkLst>
        </pc:picChg>
      </pc:sldChg>
      <pc:sldChg chg="addSp delSp modSp add mod modNotesTx">
        <pc:chgData name="LAURA SILVA SOARES DE MELO" userId="88dabf9c-751e-44ae-b03f-6bc168ced890" providerId="ADAL" clId="{9DA671F1-E1BB-421A-BCBB-8D97041C1025}" dt="2026-01-31T09:40:32.146" v="981" actId="20577"/>
        <pc:sldMkLst>
          <pc:docMk/>
          <pc:sldMk cId="2822633513" sldId="272"/>
        </pc:sldMkLst>
        <pc:spChg chg="mod">
          <ac:chgData name="LAURA SILVA SOARES DE MELO" userId="88dabf9c-751e-44ae-b03f-6bc168ced890" providerId="ADAL" clId="{9DA671F1-E1BB-421A-BCBB-8D97041C1025}" dt="2026-01-31T09:21:55.869" v="954" actId="20577"/>
          <ac:spMkLst>
            <pc:docMk/>
            <pc:sldMk cId="2822633513" sldId="272"/>
            <ac:spMk id="2" creationId="{E7C9AAC4-A6BB-51D1-1266-75E2B0A26679}"/>
          </ac:spMkLst>
        </pc:spChg>
        <pc:picChg chg="add mod">
          <ac:chgData name="LAURA SILVA SOARES DE MELO" userId="88dabf9c-751e-44ae-b03f-6bc168ced890" providerId="ADAL" clId="{9DA671F1-E1BB-421A-BCBB-8D97041C1025}" dt="2026-01-29T00:20:59.537" v="419" actId="14100"/>
          <ac:picMkLst>
            <pc:docMk/>
            <pc:sldMk cId="2822633513" sldId="272"/>
            <ac:picMk id="5" creationId="{B52F765A-322D-3EDA-1E33-144DA213F20D}"/>
          </ac:picMkLst>
        </pc:picChg>
        <pc:picChg chg="add mod">
          <ac:chgData name="LAURA SILVA SOARES DE MELO" userId="88dabf9c-751e-44ae-b03f-6bc168ced890" providerId="ADAL" clId="{9DA671F1-E1BB-421A-BCBB-8D97041C1025}" dt="2026-01-29T00:20:54.270" v="418" actId="1076"/>
          <ac:picMkLst>
            <pc:docMk/>
            <pc:sldMk cId="2822633513" sldId="272"/>
            <ac:picMk id="7" creationId="{8E8BE5EE-C831-A67A-56B8-E664CF5B0618}"/>
          </ac:picMkLst>
        </pc:picChg>
        <pc:picChg chg="add mod">
          <ac:chgData name="LAURA SILVA SOARES DE MELO" userId="88dabf9c-751e-44ae-b03f-6bc168ced890" providerId="ADAL" clId="{9DA671F1-E1BB-421A-BCBB-8D97041C1025}" dt="2026-01-29T00:20:47.945" v="417" actId="1076"/>
          <ac:picMkLst>
            <pc:docMk/>
            <pc:sldMk cId="2822633513" sldId="272"/>
            <ac:picMk id="9" creationId="{E6FB44DD-5BDF-A61A-0FE9-6EFBA4753723}"/>
          </ac:picMkLst>
        </pc:picChg>
      </pc:sldChg>
      <pc:sldChg chg="addSp delSp modSp add mod modClrScheme chgLayout modNotesTx">
        <pc:chgData name="LAURA SILVA SOARES DE MELO" userId="88dabf9c-751e-44ae-b03f-6bc168ced890" providerId="ADAL" clId="{9DA671F1-E1BB-421A-BCBB-8D97041C1025}" dt="2026-01-31T09:22:24.113" v="968" actId="27636"/>
        <pc:sldMkLst>
          <pc:docMk/>
          <pc:sldMk cId="3826403139" sldId="273"/>
        </pc:sldMkLst>
        <pc:spChg chg="mod">
          <ac:chgData name="LAURA SILVA SOARES DE MELO" userId="88dabf9c-751e-44ae-b03f-6bc168ced890" providerId="ADAL" clId="{9DA671F1-E1BB-421A-BCBB-8D97041C1025}" dt="2026-01-31T09:22:24.113" v="968" actId="27636"/>
          <ac:spMkLst>
            <pc:docMk/>
            <pc:sldMk cId="3826403139" sldId="273"/>
            <ac:spMk id="2" creationId="{C5081AF1-E91A-4812-F5B1-26FA815F50CC}"/>
          </ac:spMkLst>
        </pc:spChg>
        <pc:picChg chg="add mod">
          <ac:chgData name="LAURA SILVA SOARES DE MELO" userId="88dabf9c-751e-44ae-b03f-6bc168ced890" providerId="ADAL" clId="{9DA671F1-E1BB-421A-BCBB-8D97041C1025}" dt="2026-01-29T00:13:52.545" v="390" actId="1076"/>
          <ac:picMkLst>
            <pc:docMk/>
            <pc:sldMk cId="3826403139" sldId="273"/>
            <ac:picMk id="10" creationId="{C33EE75F-01E0-B825-A6CF-03F45E162492}"/>
          </ac:picMkLst>
        </pc:picChg>
      </pc:sldChg>
      <pc:sldChg chg="modSp add mod">
        <pc:chgData name="LAURA SILVA SOARES DE MELO" userId="88dabf9c-751e-44ae-b03f-6bc168ced890" providerId="ADAL" clId="{9DA671F1-E1BB-421A-BCBB-8D97041C1025}" dt="2026-01-30T00:19:48.893" v="913" actId="108"/>
        <pc:sldMkLst>
          <pc:docMk/>
          <pc:sldMk cId="2685066392" sldId="274"/>
        </pc:sldMkLst>
        <pc:spChg chg="mod">
          <ac:chgData name="LAURA SILVA SOARES DE MELO" userId="88dabf9c-751e-44ae-b03f-6bc168ced890" providerId="ADAL" clId="{9DA671F1-E1BB-421A-BCBB-8D97041C1025}" dt="2026-01-30T00:19:48.893" v="913" actId="108"/>
          <ac:spMkLst>
            <pc:docMk/>
            <pc:sldMk cId="2685066392" sldId="274"/>
            <ac:spMk id="2" creationId="{719DDAFF-7384-4233-3986-3E6DE0F52189}"/>
          </ac:spMkLst>
        </pc:spChg>
      </pc:sldChg>
      <pc:sldChg chg="modSp add mod">
        <pc:chgData name="LAURA SILVA SOARES DE MELO" userId="88dabf9c-751e-44ae-b03f-6bc168ced890" providerId="ADAL" clId="{9DA671F1-E1BB-421A-BCBB-8D97041C1025}" dt="2026-01-30T00:19:35.433" v="911" actId="20577"/>
        <pc:sldMkLst>
          <pc:docMk/>
          <pc:sldMk cId="278373650" sldId="275"/>
        </pc:sldMkLst>
        <pc:spChg chg="mod">
          <ac:chgData name="LAURA SILVA SOARES DE MELO" userId="88dabf9c-751e-44ae-b03f-6bc168ced890" providerId="ADAL" clId="{9DA671F1-E1BB-421A-BCBB-8D97041C1025}" dt="2026-01-30T00:19:35.433" v="911" actId="20577"/>
          <ac:spMkLst>
            <pc:docMk/>
            <pc:sldMk cId="278373650" sldId="275"/>
            <ac:spMk id="2" creationId="{065D5B99-A24B-5A89-44D8-0AC4F76E8519}"/>
          </ac:spMkLst>
        </pc:spChg>
      </pc:sldChg>
      <pc:sldChg chg="addSp delSp modSp add mod modNotesTx">
        <pc:chgData name="LAURA SILVA SOARES DE MELO" userId="88dabf9c-751e-44ae-b03f-6bc168ced890" providerId="ADAL" clId="{9DA671F1-E1BB-421A-BCBB-8D97041C1025}" dt="2026-01-30T00:22:36.857" v="920" actId="20577"/>
        <pc:sldMkLst>
          <pc:docMk/>
          <pc:sldMk cId="2193920486" sldId="276"/>
        </pc:sldMkLst>
        <pc:spChg chg="mod">
          <ac:chgData name="LAURA SILVA SOARES DE MELO" userId="88dabf9c-751e-44ae-b03f-6bc168ced890" providerId="ADAL" clId="{9DA671F1-E1BB-421A-BCBB-8D97041C1025}" dt="2026-01-30T00:22:36.857" v="920" actId="20577"/>
          <ac:spMkLst>
            <pc:docMk/>
            <pc:sldMk cId="2193920486" sldId="276"/>
            <ac:spMk id="16" creationId="{75E23ECF-A9D1-724A-5CD9-9B0CFA7B860A}"/>
          </ac:spMkLst>
        </pc:spChg>
        <pc:picChg chg="add del">
          <ac:chgData name="LAURA SILVA SOARES DE MELO" userId="88dabf9c-751e-44ae-b03f-6bc168ced890" providerId="ADAL" clId="{9DA671F1-E1BB-421A-BCBB-8D97041C1025}" dt="2026-01-30T00:12:08.897" v="884" actId="478"/>
          <ac:picMkLst>
            <pc:docMk/>
            <pc:sldMk cId="2193920486" sldId="276"/>
            <ac:picMk id="3" creationId="{B76C95C4-4209-9416-09DB-D7F473CDF311}"/>
          </ac:picMkLst>
        </pc:picChg>
        <pc:picChg chg="add mod">
          <ac:chgData name="LAURA SILVA SOARES DE MELO" userId="88dabf9c-751e-44ae-b03f-6bc168ced890" providerId="ADAL" clId="{9DA671F1-E1BB-421A-BCBB-8D97041C1025}" dt="2026-01-30T00:12:14.450" v="887" actId="1076"/>
          <ac:picMkLst>
            <pc:docMk/>
            <pc:sldMk cId="2193920486" sldId="276"/>
            <ac:picMk id="5" creationId="{B19FB613-51B3-71BB-09E1-D72BA1D939E5}"/>
          </ac:picMkLst>
        </pc:picChg>
      </pc:sldChg>
      <pc:sldChg chg="addSp delSp modSp add mod modNotesTx">
        <pc:chgData name="LAURA SILVA SOARES DE MELO" userId="88dabf9c-751e-44ae-b03f-6bc168ced890" providerId="ADAL" clId="{9DA671F1-E1BB-421A-BCBB-8D97041C1025}" dt="2026-01-31T09:37:05.827" v="969" actId="20577"/>
        <pc:sldMkLst>
          <pc:docMk/>
          <pc:sldMk cId="2692997800" sldId="277"/>
        </pc:sldMkLst>
        <pc:spChg chg="mod">
          <ac:chgData name="LAURA SILVA SOARES DE MELO" userId="88dabf9c-751e-44ae-b03f-6bc168ced890" providerId="ADAL" clId="{9DA671F1-E1BB-421A-BCBB-8D97041C1025}" dt="2026-01-30T00:03:27.341" v="882" actId="113"/>
          <ac:spMkLst>
            <pc:docMk/>
            <pc:sldMk cId="2692997800" sldId="277"/>
            <ac:spMk id="2" creationId="{AF5C8A49-0865-98BF-E319-FF17A397ECAF}"/>
          </ac:spMkLst>
        </pc:spChg>
        <pc:picChg chg="add mod">
          <ac:chgData name="LAURA SILVA SOARES DE MELO" userId="88dabf9c-751e-44ae-b03f-6bc168ced890" providerId="ADAL" clId="{9DA671F1-E1BB-421A-BCBB-8D97041C1025}" dt="2026-01-29T23:59:08.472" v="818" actId="1076"/>
          <ac:picMkLst>
            <pc:docMk/>
            <pc:sldMk cId="2692997800" sldId="277"/>
            <ac:picMk id="4" creationId="{E8DEAB44-3945-3A24-A686-10569D4EABFA}"/>
          </ac:picMkLst>
        </pc:picChg>
      </pc:sldChg>
      <pc:sldChg chg="addSp delSp modSp add mod modNotesTx">
        <pc:chgData name="LAURA SILVA SOARES DE MELO" userId="88dabf9c-751e-44ae-b03f-6bc168ced890" providerId="ADAL" clId="{9DA671F1-E1BB-421A-BCBB-8D97041C1025}" dt="2026-01-31T09:16:46.066" v="947" actId="1076"/>
        <pc:sldMkLst>
          <pc:docMk/>
          <pc:sldMk cId="1373094644" sldId="278"/>
        </pc:sldMkLst>
        <pc:spChg chg="mod">
          <ac:chgData name="LAURA SILVA SOARES DE MELO" userId="88dabf9c-751e-44ae-b03f-6bc168ced890" providerId="ADAL" clId="{9DA671F1-E1BB-421A-BCBB-8D97041C1025}" dt="2026-01-30T00:30:11.973" v="930" actId="108"/>
          <ac:spMkLst>
            <pc:docMk/>
            <pc:sldMk cId="1373094644" sldId="278"/>
            <ac:spMk id="2" creationId="{1A3094EB-A0D8-055E-D419-F375E9812A1C}"/>
          </ac:spMkLst>
        </pc:spChg>
        <pc:picChg chg="add mod">
          <ac:chgData name="LAURA SILVA SOARES DE MELO" userId="88dabf9c-751e-44ae-b03f-6bc168ced890" providerId="ADAL" clId="{9DA671F1-E1BB-421A-BCBB-8D97041C1025}" dt="2026-01-31T09:16:46.066" v="947" actId="1076"/>
          <ac:picMkLst>
            <pc:docMk/>
            <pc:sldMk cId="1373094644" sldId="278"/>
            <ac:picMk id="4" creationId="{EA97C0DF-6608-2D65-752F-E656C4A0DEA2}"/>
          </ac:picMkLst>
        </pc:picChg>
      </pc:sldChg>
      <pc:sldChg chg="addSp delSp modSp add mod modNotesTx">
        <pc:chgData name="LAURA SILVA SOARES DE MELO" userId="88dabf9c-751e-44ae-b03f-6bc168ced890" providerId="ADAL" clId="{9DA671F1-E1BB-421A-BCBB-8D97041C1025}" dt="2026-01-30T00:34:08.817" v="946" actId="113"/>
        <pc:sldMkLst>
          <pc:docMk/>
          <pc:sldMk cId="3919844535" sldId="279"/>
        </pc:sldMkLst>
        <pc:spChg chg="mod">
          <ac:chgData name="LAURA SILVA SOARES DE MELO" userId="88dabf9c-751e-44ae-b03f-6bc168ced890" providerId="ADAL" clId="{9DA671F1-E1BB-421A-BCBB-8D97041C1025}" dt="2026-01-30T00:34:08.817" v="946" actId="113"/>
          <ac:spMkLst>
            <pc:docMk/>
            <pc:sldMk cId="3919844535" sldId="279"/>
            <ac:spMk id="2" creationId="{E1C50250-718C-16DE-BAE6-86CA132290FB}"/>
          </ac:spMkLst>
        </pc:spChg>
        <pc:picChg chg="add mod">
          <ac:chgData name="LAURA SILVA SOARES DE MELO" userId="88dabf9c-751e-44ae-b03f-6bc168ced890" providerId="ADAL" clId="{9DA671F1-E1BB-421A-BCBB-8D97041C1025}" dt="2026-01-30T00:31:48.600" v="936" actId="1076"/>
          <ac:picMkLst>
            <pc:docMk/>
            <pc:sldMk cId="3919844535" sldId="279"/>
            <ac:picMk id="4" creationId="{89FD5860-C7D1-CA90-B3EA-A407ECFB87E4}"/>
          </ac:picMkLst>
        </pc:picChg>
        <pc:picChg chg="del">
          <ac:chgData name="LAURA SILVA SOARES DE MELO" userId="88dabf9c-751e-44ae-b03f-6bc168ced890" providerId="ADAL" clId="{9DA671F1-E1BB-421A-BCBB-8D97041C1025}" dt="2026-01-30T00:31:41.417" v="932" actId="478"/>
          <ac:picMkLst>
            <pc:docMk/>
            <pc:sldMk cId="3919844535" sldId="279"/>
            <ac:picMk id="5" creationId="{FA05B429-1D24-4957-D3CD-960791C3E85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2B37495-969D-491D-8169-3F98139EA39D}" type="datetime1">
              <a:rPr lang="pt-BR" smtClean="0"/>
              <a:t>31/01/2026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pt-BR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648D5-68F6-4CFF-B000-073966B11BD8}" type="datetime1">
              <a:rPr lang="pt-BR" smtClean="0"/>
              <a:pPr/>
              <a:t>31/01/2026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b="1" i="1">
                <a:latin typeface="Arial" pitchFamily="34" charset="0"/>
                <a:cs typeface="Arial" pitchFamily="34" charset="0"/>
              </a:rPr>
              <a:t>NOTA:</a:t>
            </a:r>
          </a:p>
          <a:p>
            <a:pPr rtl="0"/>
            <a:r>
              <a:rPr lang="pt-BR" i="1">
                <a:latin typeface="Arial" pitchFamily="34" charset="0"/>
                <a:cs typeface="Arial" pitchFamily="34" charset="0"/>
              </a:rPr>
              <a:t>Para alterar a imagem no slide, selecione e exclua a imagem. Em seguida, use o ícone Imagens no espaço reservado para inserir sua própria imagem.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239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b="1" dirty="0"/>
              <a:t>Comparativos externos</a:t>
            </a:r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115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Segoe UI" panose="020B0502040204020203" pitchFamily="34" charset="0"/>
              </a:rPr>
              <a:t>Existe diferença entre homens e mulheres nas notas de matemática?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Mostra que os homens costumam ter a mediana um pouco maior em matemática… Não é uma diferença absurda, mas é consistente!</a:t>
            </a:r>
          </a:p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7214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12E04-47C0-174E-F7BC-4D8705649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3EBCB7A7-B449-A55B-B1CE-68019A3A2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7E5CB3-B35C-F67E-97B5-EBA2A0975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b="1" dirty="0">
                <a:latin typeface="Segoe UI" panose="020B0502040204020203" pitchFamily="34" charset="0"/>
              </a:rPr>
              <a:t>As notas de leitura apresentam muitos valores extremos?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maioria dos alunos apresenta notas de leitura concentradas na faixa intermediária, com poucos valores extremos, o que indica um desempenho geral estável nessa disciplina</a:t>
            </a:r>
          </a:p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0939F62-C8F5-ABB8-D4F9-9AF7D3A44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968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6BB4-2391-A432-34CB-525F56F9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4B7C02E7-1B3F-10EE-FFCA-D520278EC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77ADF4-FDDA-9349-DCF0-CE297751F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gráfico revela uma forte dependência linear entre as competências de leitura e escrita, indicando que o desenvolvimento de uma habilidade acompanha a outra. Além disso, a estratificação por cores sugere que o nível de escolaridade dos pais atua como um fator de influência positivo no desempenho geral dos alunos</a:t>
            </a:r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C009721-8D95-778B-5DD3-9DC499E6A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51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DEE4-07FE-3B2F-B6BB-A3E45374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88E45D4C-CB4F-9C59-26F0-0B2476DA5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63731E3-5DBC-6A6C-9EEB-2607A8106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Probabilidade Simples</a:t>
            </a:r>
            <a:br>
              <a:rPr lang="pt-BR" b="1" dirty="0"/>
            </a:br>
            <a:br>
              <a:rPr lang="pt-BR" b="1" dirty="0"/>
            </a:br>
            <a:r>
              <a:rPr lang="pt-BR" dirty="0"/>
              <a:t>Qual a probabilidade de selecionar uma Mulher na Performace de Estudante?</a:t>
            </a: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89EFA8A-E215-F62D-E592-84A53D00B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602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54603-F9C5-00A3-F312-BA65DC96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4E88FD05-8AF5-8CC1-CB50-0162158C7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AB71E1A-6154-38F4-168F-C87D50085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Probabilidade  Condicional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57D148F-B990-245F-59E8-52C1BC800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329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AFAB-22CC-821F-45F4-AB47A86D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35B79D52-67C1-D6D0-BBBB-B17821BAE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6DE0C3-28E2-EA86-E969-5CC4FDB63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Probabilidade com o teorema de Bayes 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A7DB589-6D89-01E3-AAEB-3BD18111E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330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D3C21-5FDD-E9BF-7F36-70B34F3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E5FF3921-40F3-A908-AE34-A1DA92C19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1F5584C-F81C-625E-A930-F0684BF58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Variável Aleatórias Contínuas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br>
              <a:rPr lang="pt-BR" dirty="0"/>
            </a:br>
            <a:r>
              <a:rPr lang="pt-BR" dirty="0"/>
              <a:t>Interpretação prática: estudantes com notas altas em leitura tendem fortemente a ter notas altas em escrita; melhorias em uma provavelmente se refletem na outra.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8DEA1AE-2206-2AB2-C1C4-8C31CF900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306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AF39-6B45-6267-FE0C-11DE666E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67E5B61A-7699-AAFA-7EB3-E7B1F60C8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F85438-B3A4-B626-B4BB-34CA918CC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Função Repartição (Cumulativa)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curva cresce mais rápido entre 55 e 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Isso indica que a maior concentração de alunos está nesse intervalo.Abaixo de 40, a curva é quase reta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Poucos alunos com notas muito baixasAcima de 90, a curva “achata”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Poucos alunos com notas muito altas</a:t>
            </a:r>
          </a:p>
          <a:p>
            <a:pPr rtl="0"/>
            <a:br>
              <a:rPr lang="pt-BR" dirty="0"/>
            </a:br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1E9A65D-C3EF-3EDE-B1B8-C82125471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25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6ECFD-EB53-CA29-9C9A-C82D3746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533B768A-804F-10E5-2076-8F76C270D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C1A03E-07B2-F38B-A24F-DDEBD27A4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b="1" dirty="0"/>
              <a:t>Distribuição de Probabilidade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Interpretação: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fontAlgn="t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distribuições ajudam a identificar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padrões de risco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fontAlgn="t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Distribuições com muitos alunos em notas baixas →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risco educacional elevado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Distribuições simétricas →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desempenho mais uniforme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Distribuições muito concentradas na média → </a:t>
            </a:r>
            <a:r>
              <a:rPr lang="pt-B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risco de estagnação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pouca evolução.</a:t>
            </a:r>
          </a:p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98114BC-6752-3118-CC64-A388535DE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672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AFF6-81B2-7403-BE17-8DF81C6E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0DC8529B-7B88-FD49-4B49-5E3546A08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0DF0F5-96A2-5376-CE45-37A060FBE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b="1" dirty="0"/>
              <a:t>Normalização dos Dados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ponto de vista do negócio: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melhorar previsões ajuda a identificar alunos em risco com mais precisão.</a:t>
            </a:r>
          </a:p>
          <a:p>
            <a:r>
              <a:rPr lang="pt-BR" dirty="0"/>
              <a:t>Interpretação: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StandardScaler (μ≈0, σ≈1) é adequado para algoritmos que assumem dados centrados/normalizados (ex.: regressão logística, SVM com kernel linear).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MinMaxScaler ([0,1]) é indicado quando distâncias importam (ex.: KNN, redes neurais) ou quando limites são exigidos.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As variáveis escolhidas (notas de Matemática, Leitura, Escrita) são contínuas e típicas em cenários de classificação (apto a modelos supervisio</a:t>
            </a:r>
          </a:p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6520F66-2E46-35D0-28A2-5B034EFE4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19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1940-C2DF-76B4-8E3F-5AEE407D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D24597A2-195C-569B-E1F5-9B6723565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688705-FA68-45C0-8049-95A5A64A5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b="1" dirty="0"/>
              <a:t>Distribuição amostrais: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dirty="0"/>
          </a:p>
          <a:p>
            <a:pPr rtl="0"/>
            <a:r>
              <a:rPr lang="pt-BR" dirty="0"/>
              <a:t>Observa-se que, à medida que o tamanho da amostra aumenta, a distribuição amostral da média torna-se mais concentrada em torno da média populacional e apresenta menor variabilidade. Para amostras pequenas (n = 1), as médias são altamente dispersas, enquanto para amostras maiores (n = 30) a distribuição se torna mais estável e próxima de uma distribuição normal, evidenciando que amostras maiores produzem estimativas mais confiáveis da média populacional.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Decisões baseadas em amostras muito pequenas podem levar a conclusões imprecisas sobre o desempenho geral dos alunos, enquanto amostras maiores reduzem o risco de erro na tomada de decisão educacional.</a:t>
            </a:r>
          </a:p>
          <a:p>
            <a:pPr rtl="0"/>
            <a:r>
              <a:rPr lang="pt-BR" dirty="0"/>
              <a:t>n = 1: alta variabilidade, estimativas pouco confiáveis</a:t>
            </a:r>
          </a:p>
          <a:p>
            <a:pPr rtl="0"/>
            <a:r>
              <a:rPr lang="pt-BR" dirty="0"/>
              <a:t>n = 10: menor dispersão, médias mais estáveis</a:t>
            </a:r>
          </a:p>
          <a:p>
            <a:pPr rtl="0"/>
            <a:r>
              <a:rPr lang="pt-BR" dirty="0"/>
              <a:t>n = 30: forte concentração em torno da média populacional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👉 Conclusão: quanto maior o tamanho da amostra, mais confiável é a média para apoiar decisões.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por isso que, em educação ou qualquer área que dependa de indicadores de desempenho, usar amostras maiores ajuda a evitar conclusões equivocadas.</a:t>
            </a:r>
          </a:p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E9AC0ED-1175-20FF-7A3D-0821D2C31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74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7" name="Retâ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1D57F4A3-CF1A-49AE-AF56-17266B68AB93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FC3A06-75C5-4D2A-8C93-52EE50194E24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 com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11" name="Espaço Reservado para Imagem 10" descr="Um espaço reservado vazio para adicionar uma imagem. Clique no espaço reservado e selecione a imagem que você deseja adicionar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pt-BR" noProof="0"/>
          </a:p>
        </p:txBody>
      </p:sp>
      <p:sp>
        <p:nvSpPr>
          <p:cNvPr id="8" name="Retâ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grpSp>
        <p:nvGrpSpPr>
          <p:cNvPr id="14" name="Gru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ector Re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ector Re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tâ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upo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Conector Reto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to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tângulo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grpSp>
          <p:nvGrpSpPr>
            <p:cNvPr id="11" name="Grupo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Conector Reto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to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C3C95E-0E48-4D1D-81F3-AB6333D41E61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31AEF0-CA80-4D45-87BA-42880CFEA089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F02E27-B38E-44B0-9633-761E05665EAC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0CB440-07A7-4F7B-B262-7ED1B68B6949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8122D9-B6C1-4340-B355-1B9EC9374DB2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321ECB-A9AD-4831-8AB0-C216558C2883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pt-BR" noProof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006A2B-C86C-48EA-A323-32CA4AC86682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EAF56F-B998-42B6-BBFD-7C0B6F4F4178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E18A2F-6E06-446F-9F43-050C98C497E1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‹#›</a:t>
            </a:fld>
            <a:endParaRPr lang="pt-BR" noProof="0"/>
          </a:p>
        </p:txBody>
      </p:sp>
      <p:grpSp>
        <p:nvGrpSpPr>
          <p:cNvPr id="7" name="Grupo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Conector Reto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  <a:p>
            <a:pPr lvl="5" rtl="0"/>
            <a:r>
              <a:rPr lang="pt-BR" noProof="0"/>
              <a:t>Sexto nível</a:t>
            </a:r>
          </a:p>
          <a:p>
            <a:pPr lvl="6" rtl="0"/>
            <a:r>
              <a:rPr lang="pt-BR" noProof="0"/>
              <a:t>Sétimo nível</a:t>
            </a:r>
          </a:p>
          <a:p>
            <a:pPr lvl="7" rtl="0"/>
            <a:r>
              <a:rPr lang="pt-BR" noProof="0"/>
              <a:t>Oito nível</a:t>
            </a:r>
          </a:p>
          <a:p>
            <a:pPr lvl="8" rtl="0"/>
            <a:r>
              <a:rPr lang="pt-BR" noProof="0"/>
              <a:t>Nono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69E6B1CB-89B9-411A-8E1E-1E9032558BF9}" type="datetime1">
              <a:rPr lang="pt-BR" noProof="0" smtClean="0"/>
              <a:t>31/01/2026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pt-BR" noProof="0" smtClean="0"/>
              <a:pPr rtl="0"/>
              <a:t>‹#›</a:t>
            </a:fld>
            <a:endParaRPr lang="pt-BR" noProof="0"/>
          </a:p>
        </p:txBody>
      </p:sp>
      <p:grpSp>
        <p:nvGrpSpPr>
          <p:cNvPr id="15" name="Grupo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Conector Reto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/>
          <a:p>
            <a:pPr rtl="0"/>
            <a:r>
              <a:rPr lang="pt-BR" dirty="0"/>
              <a:t>Desempenho dos Estudantes</a:t>
            </a:r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Grupo05: Laura Soares</a:t>
            </a:r>
          </a:p>
          <a:p>
            <a:pPr rtl="0"/>
            <a:r>
              <a:rPr lang="pt-BR" dirty="0"/>
              <a:t>	 Mateus Albuquerque</a:t>
            </a:r>
          </a:p>
          <a:p>
            <a:pPr rtl="0"/>
            <a:r>
              <a:rPr lang="pt-BR" dirty="0"/>
              <a:t>	 Severino Henrique</a:t>
            </a:r>
          </a:p>
        </p:txBody>
      </p:sp>
      <p:pic>
        <p:nvPicPr>
          <p:cNvPr id="4" name="Espaço Reservado para Imagem 3" descr="Livro aberto sobre a mesa, prateleiras de livros desfocada no fundo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b="1" dirty="0"/>
              <a:t>Visão Geral do Dataset e Objetivo da Análise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786865"/>
          </a:xfrm>
        </p:spPr>
        <p:txBody>
          <a:bodyPr rtlCol="0"/>
          <a:lstStyle/>
          <a:p>
            <a:r>
              <a:rPr lang="pt-BR" sz="1600" dirty="0">
                <a:solidFill>
                  <a:schemeClr val="tx2"/>
                </a:solidFill>
              </a:rPr>
              <a:t>Projeto baseado no dataset 'Students Performance'.</a:t>
            </a:r>
          </a:p>
          <a:p>
            <a:r>
              <a:rPr lang="pt-BR" sz="1600" dirty="0">
                <a:solidFill>
                  <a:schemeClr val="tx2"/>
                </a:solidFill>
              </a:rPr>
              <a:t>Objetivo: análise estatística e comparações externas.</a:t>
            </a: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D8E5927A-F08B-6541-9AFF-ED10F51E25AB}"/>
              </a:ext>
            </a:extLst>
          </p:cNvPr>
          <p:cNvSpPr txBox="1">
            <a:spLocks/>
          </p:cNvSpPr>
          <p:nvPr/>
        </p:nvSpPr>
        <p:spPr>
          <a:xfrm>
            <a:off x="1104900" y="2387065"/>
            <a:ext cx="10039350" cy="14450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/>
            </a:pPr>
            <a:r>
              <a:rPr lang="pt-BR" sz="1600" dirty="0">
                <a:solidFill>
                  <a:schemeClr val="tx2"/>
                </a:solidFill>
              </a:rPr>
              <a:t>Dataset: 1.000 estudantes (StudentsPerformance)</a:t>
            </a:r>
          </a:p>
          <a:p>
            <a:pPr lvl="1">
              <a:defRPr sz="1400"/>
            </a:pPr>
            <a:r>
              <a:rPr lang="pt-BR" sz="1400" dirty="0">
                <a:solidFill>
                  <a:schemeClr val="tx2"/>
                </a:solidFill>
              </a:rPr>
              <a:t>Variáveis: gênero, raça/etnia, escolaridade dos pais, tipo de almoço, curso de preparação, notas (matemática, leitura, escrita)</a:t>
            </a:r>
          </a:p>
          <a:p>
            <a:pPr lvl="1">
              <a:defRPr sz="1400"/>
            </a:pPr>
            <a:r>
              <a:rPr lang="pt-BR" sz="1400" dirty="0">
                <a:solidFill>
                  <a:schemeClr val="tx2"/>
                </a:solidFill>
              </a:rPr>
              <a:t>Período/Origem: dataset público educacional (amostra sintética de desempenho acadêmico)</a:t>
            </a:r>
          </a:p>
          <a:p>
            <a:pPr lvl="1">
              <a:defRPr sz="1400"/>
            </a:pPr>
            <a:r>
              <a:rPr lang="pt-BR" sz="1400" dirty="0"/>
              <a:t>Visão geral de distribuição: média Mat 66.1, Leitura 69.2, Escrita 68.0</a:t>
            </a:r>
            <a:r>
              <a:rPr lang="pt-BR" sz="140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F2F0AB-6DB5-E228-BF23-8F75C16FACF7}"/>
              </a:ext>
            </a:extLst>
          </p:cNvPr>
          <p:cNvGrpSpPr/>
          <p:nvPr/>
        </p:nvGrpSpPr>
        <p:grpSpPr>
          <a:xfrm>
            <a:off x="154646" y="3955725"/>
            <a:ext cx="7486650" cy="2505184"/>
            <a:chOff x="154646" y="3955725"/>
            <a:chExt cx="7486650" cy="25051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42D4753-7475-9DB9-381C-F800C74D9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8993" y="4054691"/>
              <a:ext cx="7317957" cy="240621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C898BF-B4E2-B75C-7DCB-00A78ABCB4E5}"/>
                </a:ext>
              </a:extLst>
            </p:cNvPr>
            <p:cNvSpPr/>
            <p:nvPr/>
          </p:nvSpPr>
          <p:spPr>
            <a:xfrm>
              <a:off x="154646" y="3955725"/>
              <a:ext cx="7486650" cy="359229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AD20A8-3DE8-A21E-3FE6-61B6795ED06C}"/>
              </a:ext>
            </a:extLst>
          </p:cNvPr>
          <p:cNvGrpSpPr/>
          <p:nvPr/>
        </p:nvGrpSpPr>
        <p:grpSpPr>
          <a:xfrm>
            <a:off x="8293431" y="3955725"/>
            <a:ext cx="3410426" cy="2534004"/>
            <a:chOff x="8177928" y="3491238"/>
            <a:chExt cx="3410426" cy="253400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8446F3F-66BD-31EE-5E35-417CA7AA1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77928" y="3491238"/>
              <a:ext cx="3410426" cy="253400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D5309A-648B-BC52-BA1B-AA93B3096CA9}"/>
                </a:ext>
              </a:extLst>
            </p:cNvPr>
            <p:cNvSpPr/>
            <p:nvPr/>
          </p:nvSpPr>
          <p:spPr>
            <a:xfrm>
              <a:off x="8177928" y="3997539"/>
              <a:ext cx="3410426" cy="291669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Como o Desempenho Brasileiro se Compara ao PISA?</a:t>
            </a: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5E9A7196-34A5-5A88-849F-890E7FAB792E}"/>
              </a:ext>
            </a:extLst>
          </p:cNvPr>
          <p:cNvSpPr txBox="1">
            <a:spLocks/>
          </p:cNvSpPr>
          <p:nvPr/>
        </p:nvSpPr>
        <p:spPr>
          <a:xfrm>
            <a:off x="1104900" y="3834113"/>
            <a:ext cx="10319313" cy="2682433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Conclusão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dirty="0"/>
              <a:t>   - No PISA Brasil, os alunos vão melhor em leitura do que em matemática (+8,2%).</a:t>
            </a:r>
          </a:p>
          <a:p>
            <a:pPr marL="0" indent="0">
              <a:buNone/>
            </a:pPr>
            <a:r>
              <a:rPr lang="pt-BR" dirty="0"/>
              <a:t>   - No dataset, também vão melhor em leitura, mas a diferença é menor (+4,7%).</a:t>
            </a:r>
            <a:br>
              <a:rPr lang="pt-BR" dirty="0"/>
            </a:br>
            <a:endParaRPr lang="pt-BR" dirty="0"/>
          </a:p>
          <a:p>
            <a:r>
              <a:rPr lang="pt-BR" dirty="0"/>
              <a:t>Ou seja, o padrão é o mesmo (leitura &gt; matemática), mas a vantagem da leitura é mais forte no PISA Brasil.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6AAA92-B193-8DC0-35F7-F0468E1110DA}"/>
              </a:ext>
            </a:extLst>
          </p:cNvPr>
          <p:cNvSpPr txBox="1">
            <a:spLocks/>
          </p:cNvSpPr>
          <p:nvPr/>
        </p:nvSpPr>
        <p:spPr>
          <a:xfrm>
            <a:off x="1257300" y="1752600"/>
            <a:ext cx="10166913" cy="1828800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(PISA 2022): médias 379 (matemática) e 410 (Leitura)</a:t>
            </a:r>
          </a:p>
          <a:p>
            <a:r>
              <a:rPr lang="pt-BR" dirty="0"/>
              <a:t>Dataset StudentsPerformance: média Mat 66.1, Leitura 69.2, Escrita 68.0 </a:t>
            </a:r>
          </a:p>
          <a:p>
            <a:r>
              <a:rPr lang="pt-BR" dirty="0"/>
              <a:t>OBS: Como as escalas são diferentes (PISA 0–1000  e no dataset escolhido 0–100), vai ser ultizado a proporção percentual.</a:t>
            </a: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fontAlgn="t">
              <a:lnSpc>
                <a:spcPts val="1500"/>
              </a:lnSpc>
            </a:pPr>
            <a:r>
              <a:rPr lang="pt-BR" b="1" dirty="0">
                <a:latin typeface="Segoe UI" panose="020B0502040204020203" pitchFamily="34" charset="0"/>
              </a:rPr>
              <a:t>Diferença de Performance entre Homens e Mulheres em</a:t>
            </a:r>
            <a:br>
              <a:rPr lang="pt-BR" b="1" dirty="0">
                <a:latin typeface="Segoe UI" panose="020B0502040204020203" pitchFamily="34" charset="0"/>
              </a:rPr>
            </a:br>
            <a:br>
              <a:rPr lang="pt-BR" b="1" dirty="0">
                <a:latin typeface="Segoe UI" panose="020B0502040204020203" pitchFamily="34" charset="0"/>
              </a:rPr>
            </a:br>
            <a:r>
              <a:rPr lang="pt-BR" b="1" dirty="0">
                <a:latin typeface="Segoe UI" panose="020B0502040204020203" pitchFamily="34" charset="0"/>
              </a:rPr>
              <a:t>Matemática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7F4269-B91F-8E84-DEC4-816813D5B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98" y="1429306"/>
            <a:ext cx="6297667" cy="33106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916DF3-4D22-0C7D-FB99-3B2DC097E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971" y="3340765"/>
            <a:ext cx="6434029" cy="331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2CB4B-5F96-6619-41DC-27B828E0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098B0-8C1A-F56C-4549-820F39EE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t">
              <a:lnSpc>
                <a:spcPts val="1500"/>
              </a:lnSpc>
            </a:pPr>
            <a:r>
              <a:rPr lang="pt-BR" b="1" dirty="0">
                <a:latin typeface="Segoe UI" panose="020B0502040204020203" pitchFamily="34" charset="0"/>
              </a:rPr>
              <a:t>Notas de Leitura sem Anomalias Críticas</a:t>
            </a:r>
            <a:br>
              <a:rPr lang="pt-BR" dirty="0">
                <a:latin typeface="Segoe UI" panose="020B0502040204020203" pitchFamily="34" charset="0"/>
              </a:rPr>
            </a:br>
            <a:endParaRPr lang="pt-BR" b="1" dirty="0"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519AC-D847-D84E-23B2-8EA683A8E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507" y="1448140"/>
            <a:ext cx="9227446" cy="490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8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7ED75-985A-48A3-828E-06EFDCCC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50250-718C-16DE-BAE6-86CA1322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t">
              <a:lnSpc>
                <a:spcPts val="1500"/>
              </a:lnSpc>
            </a:pPr>
            <a:br>
              <a:rPr lang="pt-BR" dirty="0">
                <a:latin typeface="Segoe UI" panose="020B0502040204020203" pitchFamily="34" charset="0"/>
              </a:rPr>
            </a:br>
            <a:br>
              <a:rPr lang="pt-BR" dirty="0">
                <a:latin typeface="Segoe UI" panose="020B0502040204020203" pitchFamily="34" charset="0"/>
              </a:rPr>
            </a:br>
            <a:r>
              <a:rPr lang="pt-BR" b="1" dirty="0">
                <a:latin typeface="Segoe UI" panose="020B0502040204020203" pitchFamily="34" charset="0"/>
              </a:rPr>
              <a:t>Correlação entre Desempenho em Leitura e Escrita por</a:t>
            </a:r>
            <a:br>
              <a:rPr lang="pt-BR" b="1" dirty="0">
                <a:latin typeface="Segoe UI" panose="020B0502040204020203" pitchFamily="34" charset="0"/>
              </a:rPr>
            </a:br>
            <a:br>
              <a:rPr lang="pt-BR" b="1" dirty="0">
                <a:latin typeface="Segoe UI" panose="020B0502040204020203" pitchFamily="34" charset="0"/>
              </a:rPr>
            </a:br>
            <a:r>
              <a:rPr lang="pt-BR" b="1" dirty="0">
                <a:latin typeface="Segoe UI" panose="020B0502040204020203" pitchFamily="34" charset="0"/>
              </a:rPr>
              <a:t>Escolaridade dos Pais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D5860-C7D1-CA90-B3EA-A407ECFB8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306" y="1343558"/>
            <a:ext cx="8706281" cy="520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4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74947-756E-DBDF-8230-55BABB13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5E23ECF-A9D1-724A-5CD9-9B0CFA7B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>
              <a:lnSpc>
                <a:spcPts val="1500"/>
              </a:lnSpc>
            </a:pPr>
            <a:br>
              <a:rPr lang="pt-BR" b="1" dirty="0">
                <a:latin typeface="Segoe UI" panose="020B0502040204020203" pitchFamily="34" charset="0"/>
              </a:rPr>
            </a:br>
            <a:r>
              <a:rPr lang="pt-BR" b="1" dirty="0">
                <a:latin typeface="Segoe UI" panose="020B0502040204020203" pitchFamily="34" charset="0"/>
              </a:rPr>
              <a:t>Qual a probabilidade de selecionar uma Mulher na</a:t>
            </a:r>
            <a:br>
              <a:rPr lang="pt-BR" b="1" dirty="0">
                <a:latin typeface="Segoe UI" panose="020B0502040204020203" pitchFamily="34" charset="0"/>
              </a:rPr>
            </a:br>
            <a:br>
              <a:rPr lang="pt-BR" b="1" dirty="0">
                <a:latin typeface="Segoe UI" panose="020B0502040204020203" pitchFamily="34" charset="0"/>
              </a:rPr>
            </a:br>
            <a:r>
              <a:rPr lang="pt-BR" b="1" dirty="0">
                <a:latin typeface="Segoe UI" panose="020B0502040204020203" pitchFamily="34" charset="0"/>
              </a:rPr>
              <a:t>Performace de Estudante?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FB613-51B3-71BB-09E1-D72BA1D93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862" y="1524328"/>
            <a:ext cx="7292537" cy="48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2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30211-EDFB-8871-0B45-4E2B95AF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3C9F6CE-6439-B92D-9CF3-086381E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839" y="1628473"/>
            <a:ext cx="5330804" cy="4348814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ED0ECC7F-7BA9-AE68-B074-FC8BB28E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latin typeface="Segoe UI" panose="020B0502040204020203" pitchFamily="34" charset="0"/>
              </a:rPr>
              <a:t>Qual é a probabilidade de um estudante ter feito o curso preparatório (completed), dado que ele é mulher?</a:t>
            </a:r>
          </a:p>
        </p:txBody>
      </p:sp>
    </p:spTree>
    <p:extLst>
      <p:ext uri="{BB962C8B-B14F-4D97-AF65-F5344CB8AC3E}">
        <p14:creationId xmlns:p14="http://schemas.microsoft.com/office/powerpoint/2010/main" val="206391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95D2-ECF6-FF2A-8076-6423C802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D5B99-A24B-5A89-44D8-0AC4F76E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t">
              <a:lnSpc>
                <a:spcPts val="1500"/>
              </a:lnSpc>
            </a:pPr>
            <a:r>
              <a:rPr lang="pt-BR" b="1" dirty="0">
                <a:latin typeface="Segoe UI" panose="020B0502040204020203" pitchFamily="34" charset="0"/>
              </a:rPr>
              <a:t>Qual é a probabilidade de um estudante, dado que</a:t>
            </a:r>
            <a:br>
              <a:rPr lang="pt-BR" b="1" dirty="0">
                <a:latin typeface="Segoe UI" panose="020B0502040204020203" pitchFamily="34" charset="0"/>
              </a:rPr>
            </a:br>
            <a:br>
              <a:rPr lang="pt-BR" b="1" dirty="0">
                <a:latin typeface="Segoe UI" panose="020B0502040204020203" pitchFamily="34" charset="0"/>
              </a:rPr>
            </a:br>
            <a:r>
              <a:rPr lang="pt-BR" b="1" dirty="0">
                <a:latin typeface="Segoe UI" panose="020B0502040204020203" pitchFamily="34" charset="0"/>
              </a:rPr>
              <a:t>completou o curso preparatório?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D756F9-2713-6C1C-AD3B-3DEB1B2D2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50" y="1742173"/>
            <a:ext cx="5548305" cy="387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44C9-F946-E2EF-EF56-5B7615BC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DDAFF-7384-4233-3986-3E6DE0F5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t">
              <a:lnSpc>
                <a:spcPts val="1500"/>
              </a:lnSpc>
            </a:pPr>
            <a:r>
              <a:rPr lang="pt-BR" b="1" dirty="0">
                <a:latin typeface="Segoe UI" panose="020B0502040204020203" pitchFamily="34" charset="0"/>
              </a:rPr>
              <a:t>O desempenho em leitura influencia as notas de escrita?</a:t>
            </a:r>
            <a:br>
              <a:rPr lang="pt-BR" b="1" dirty="0">
                <a:latin typeface="Segoe UI" panose="020B0502040204020203" pitchFamily="34" charset="0"/>
              </a:rPr>
            </a:br>
            <a:endParaRPr lang="pt-BR" b="1" dirty="0"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66343-8E21-656A-C6AC-E936E9A0F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370" y="1495365"/>
            <a:ext cx="5473741" cy="490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6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48579-E549-91D8-A756-E8A2B068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094EB-A0D8-055E-D419-F375E981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fontAlgn="t">
              <a:lnSpc>
                <a:spcPts val="1500"/>
              </a:lnSpc>
            </a:pPr>
            <a:r>
              <a:rPr lang="pt-BR" b="1" dirty="0">
                <a:latin typeface="Segoe UI" panose="020B0502040204020203" pitchFamily="34" charset="0"/>
              </a:rPr>
              <a:t>Desempenho Médio Indica Risco de Estagnação nos</a:t>
            </a:r>
            <a:br>
              <a:rPr lang="pt-BR" b="1" dirty="0">
                <a:latin typeface="Segoe UI" panose="020B0502040204020203" pitchFamily="34" charset="0"/>
              </a:rPr>
            </a:br>
            <a:br>
              <a:rPr lang="pt-BR" b="1" dirty="0">
                <a:latin typeface="Segoe UI" panose="020B0502040204020203" pitchFamily="34" charset="0"/>
              </a:rPr>
            </a:br>
            <a:r>
              <a:rPr lang="pt-BR" b="1" dirty="0">
                <a:latin typeface="Segoe UI" panose="020B0502040204020203" pitchFamily="34" charset="0"/>
              </a:rPr>
              <a:t>Resultados Educacionais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7C0DF-6608-2D65-752F-E656C4A0D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570" y="1444862"/>
            <a:ext cx="6896859" cy="508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9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180A-1178-064F-16C1-EB07A834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9AAC4-A6BB-51D1-1266-75E2B0A26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9" y="76200"/>
            <a:ext cx="10687707" cy="1096962"/>
          </a:xfrm>
        </p:spPr>
        <p:txBody>
          <a:bodyPr rtlCol="0">
            <a:normAutofit/>
          </a:bodyPr>
          <a:lstStyle/>
          <a:p>
            <a:r>
              <a:rPr lang="pt-BR" b="1" dirty="0"/>
              <a:t>Indicadores de Risco com Base nas Distribuições de Notas</a:t>
            </a:r>
            <a:br>
              <a:rPr lang="pt-BR" b="1" dirty="0"/>
            </a:br>
            <a:endParaRPr lang="pt-BR" b="1" dirty="0"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F765A-322D-3EDA-1E33-144DA213F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99" y="1328921"/>
            <a:ext cx="4458513" cy="2671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BE5EE-C831-A67A-56B8-E664CF5B0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590" y="1328921"/>
            <a:ext cx="4458515" cy="2671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FB44DD-5BDF-A61A-0FE9-6EFBA4753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5984" y="4110117"/>
            <a:ext cx="4458514" cy="267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3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B8018-B0B8-B7F1-6658-3EA587F6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81AF1-E91A-4812-F5B1-26FA815F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182078"/>
            <a:ext cx="9980682" cy="1030705"/>
          </a:xfrm>
        </p:spPr>
        <p:txBody>
          <a:bodyPr rtlCol="0" anchor="b">
            <a:normAutofit/>
          </a:bodyPr>
          <a:lstStyle/>
          <a:p>
            <a:r>
              <a:rPr lang="pt-BR" b="1" dirty="0"/>
              <a:t>Análise das Técnicas de Normalização nas Notas dos </a:t>
            </a:r>
            <a:br>
              <a:rPr lang="pt-BR" dirty="0"/>
            </a:br>
            <a:r>
              <a:rPr lang="pt-BR" b="1" dirty="0"/>
              <a:t>Estudantes</a:t>
            </a:r>
            <a:endParaRPr lang="pt-BR" b="1" dirty="0">
              <a:latin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3EE75F-01E0-B825-A6CF-03F45E162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1752600"/>
            <a:ext cx="113252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0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BFF6A-847B-EECA-9E2E-9E42A9310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C8A49-0865-98BF-E319-FF17A397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182078"/>
            <a:ext cx="9980682" cy="1030705"/>
          </a:xfrm>
        </p:spPr>
        <p:txBody>
          <a:bodyPr rtlCol="0" anchor="b">
            <a:normAutofit/>
          </a:bodyPr>
          <a:lstStyle/>
          <a:p>
            <a:pPr fontAlgn="t">
              <a:lnSpc>
                <a:spcPts val="1500"/>
              </a:lnSpc>
            </a:pPr>
            <a:r>
              <a:rPr lang="pt-BR" b="1" dirty="0">
                <a:latin typeface="Segoe UI" panose="020B0502040204020203" pitchFamily="34" charset="0"/>
              </a:rPr>
              <a:t>Decidir com Pouco Dados Aumento o Risco de Erro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EAB44-3945-3A24-A686-10569D4EA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04" y="1933732"/>
            <a:ext cx="11820791" cy="387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9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iteratura Acadêmica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0520971_TF03431380_Win32" id="{67DA1A8C-7E1D-48D9-8AE0-B1341E383245}" vid="{C6294B18-BD50-40A7-A245-56BA74C24959}"/>
    </a:ext>
  </a:extLst>
</a:theme>
</file>

<file path=ppt/theme/theme2.xml><?xml version="1.0" encoding="utf-8"?>
<a:theme xmlns:a="http://schemas.openxmlformats.org/drawingml/2006/main" name="Tema do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acadêmica, design de listras e fitas (widescreen)</Template>
  <TotalTime>250</TotalTime>
  <Words>993</Words>
  <Application>Microsoft Office PowerPoint</Application>
  <PresentationFormat>Widescreen</PresentationFormat>
  <Paragraphs>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Euphemia</vt:lpstr>
      <vt:lpstr>Plantagenet Cherokee</vt:lpstr>
      <vt:lpstr>Segoe UI</vt:lpstr>
      <vt:lpstr>Wingdings</vt:lpstr>
      <vt:lpstr>Literatura Acadêmica 16X9</vt:lpstr>
      <vt:lpstr>Desempenho dos Estudantes</vt:lpstr>
      <vt:lpstr>Visão Geral do Dataset e Objetivo da Análise</vt:lpstr>
      <vt:lpstr>Como o Desempenho Brasileiro se Compara ao PISA?</vt:lpstr>
      <vt:lpstr>Diferença de Performance entre Homens e Mulheres em  Matemática</vt:lpstr>
      <vt:lpstr>Notas de Leitura sem Anomalias Críticas </vt:lpstr>
      <vt:lpstr>  Correlação entre Desempenho em Leitura e Escrita por  Escolaridade dos Pais</vt:lpstr>
      <vt:lpstr> Qual a probabilidade de selecionar uma Mulher na  Performace de Estudante?</vt:lpstr>
      <vt:lpstr>Qual é a probabilidade de um estudante ter feito o curso preparatório (completed), dado que ele é mulher?</vt:lpstr>
      <vt:lpstr>Qual é a probabilidade de um estudante, dado que  completou o curso preparatório?</vt:lpstr>
      <vt:lpstr>O desempenho em leitura influencia as notas de escrita? </vt:lpstr>
      <vt:lpstr>Desempenho Médio Indica Risco de Estagnação nos  Resultados Educacionais</vt:lpstr>
      <vt:lpstr>Indicadores de Risco com Base nas Distribuições de Notas </vt:lpstr>
      <vt:lpstr>Análise das Técnicas de Normalização nas Notas dos  Estudantes</vt:lpstr>
      <vt:lpstr>Decidir com Pouco Dados Aumento o Risco de Erro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SILVA SOARES DE MELO</dc:creator>
  <cp:lastModifiedBy>LAURA SILVA SOARES DE MELO</cp:lastModifiedBy>
  <cp:revision>1</cp:revision>
  <dcterms:created xsi:type="dcterms:W3CDTF">2026-01-28T22:58:32Z</dcterms:created>
  <dcterms:modified xsi:type="dcterms:W3CDTF">2026-01-31T09:40:36Z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